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B7285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47594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Dabbler AI Orchestration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75320" y="47594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256032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is Dabbler AI Orchestration?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11480" y="841248"/>
            <a:ext cx="8321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72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VS Code extension that runs AI coding sessions to one lifecycle — and checks the work with a second provider before it lets the session close.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408176"/>
            <a:ext cx="8321040" cy="16962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keep your own AI CLI. The framework does not replace it, spawn it, or read your chat; it owns the list of what happens next.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extension bundles the router and puts the `dabbler` command on the integrated terminal's PATH. Inside VS Code there is nothing else to install.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Needs VS Code 1.135 or newer and Node.js 22.18 or newer.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Install it from the Marketplace once it is published. Until then, install the .vsix built from the repository: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1480" y="3451860"/>
            <a:ext cx="8321040" cy="1124712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3451860"/>
            <a:ext cx="36576" cy="1124712"/>
          </a:xfrm>
          <a:prstGeom prst="rect">
            <a:avLst/>
          </a:prstGeom>
          <a:solidFill>
            <a:srgbClr val="0B7285"/>
          </a:solidFill>
          <a:ln/>
        </p:spPr>
      </p:sp>
      <p:sp>
        <p:nvSpPr>
          <p:cNvPr id="10" name="Text 8"/>
          <p:cNvSpPr/>
          <p:nvPr/>
        </p:nvSpPr>
        <p:spPr>
          <a:xfrm>
            <a:off x="576072" y="3525012"/>
            <a:ext cx="8046720" cy="978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 --install-extension dabbler-ai-orchestration.vsix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Outside VS Code — another editor, a bare shell, or VS Code's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Source Control panel, whose git does not inherit the terminal: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 -g dabbler-ai-router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40480" y="4759452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github.com/darndestdabbler/dabbler-ai-orchestration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B7285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47594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Dabbler AI Orchestration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75320" y="47594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256032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use Dabbler?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11480" y="841248"/>
            <a:ext cx="8321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72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things you would otherwise have to remember to do, every session, forever.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408176"/>
            <a:ext cx="8321040" cy="30495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Cross-provider verification runs itself. A different provider than the one that wrote the code reviews the diff, and a round that finds something buys another round. There is no flag to skip it.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lifecycle, every session: register, declare the work, do it, run the tests the change makes necessary, verify, run the complete suite as the run of record, close. The framework holds the list — the engine asks it what is next.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cross-repository view of what your repositories build and what they take from each other, with a consumer's pin shown against the producer's version when the two have drifted apart.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decision the framework cannot make arrives as one question with a recommendation and the consequence of each option — instead of an engine quietly choosing for you.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B7285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47594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Dabbler AI Orchestration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75320" y="47594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256032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AI Orchestration Explorer</a:t>
            </a:r>
            <a:endParaRPr lang="en-US" sz="2600" dirty="0"/>
          </a:p>
        </p:txBody>
      </p:sp>
      <p:pic>
        <p:nvPicPr>
          <p:cNvPr id="6" name="Image 0" descr="D:\Projects\dabbler-ai-orchestration\docs\onboarding\media\solution-explor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990" y="841248"/>
            <a:ext cx="2239180" cy="1785366"/>
          </a:xfrm>
          <a:prstGeom prst="rect">
            <a:avLst/>
          </a:prstGeom>
        </p:spPr>
      </p:pic>
      <p:pic>
        <p:nvPicPr>
          <p:cNvPr id="7" name="Image 1" descr="D:\Projects\dabbler-ai-orchestration\docs\onboarding\media\work-explor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942" y="2791206"/>
            <a:ext cx="3071277" cy="178536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617720" y="841248"/>
            <a:ext cx="4114800" cy="37353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1F2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SOLUTION EXPLORER — what the project is built FROM.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component row carries its version and which of the six steps it has reached; Contract opens what it promises; Used by is derived from everyone else's declaration, never written by hand; Progress is the six steps.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Clicking a component's Contract row opens the contract. Clicking a consumer under Used by opens that repository.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0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1F2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 EXPLORER — the work itself.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repository row carries how many sessions are done and which one is in flight. Under it: rows for anything waiting on you, then the status buckets — In Progress open, the rest collapsed with their counts.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session's own rows are the six lifecycle phases. Each is done the moment the verb that IS that phase writes its record; nothing is ticked by hand.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Clicking a session row opens its block in the session plan.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B7285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47594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Dabbler AI Orchestration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75320" y="47594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256032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Getting started with Copilot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11480" y="841248"/>
            <a:ext cx="8321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72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shipped default: your GitHub Copilot seat, through the Copilot CLI.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408176"/>
            <a:ext cx="8321040" cy="18699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need VS Code 1.135+, Node.js 22.18+, a GitHub Copilot seat, and the Copilot CLI installed and signed in.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Setup settles the transport when it finds a seat and remembers it for every new shell. Force it either way with DABBLER_TRANSPORT.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Name the model on the first call, the one that registers the session: a seat's own label is not trusted, so identity resolves through the model registry.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it costs: driving from your own CLI has no invocation bound — your seat, your bill. Only the unattended mode spends on the framework's behalf: one premium request per invocation, bounded by driver.max_invocations in dabbler.yaml (default 24).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1480" y="3625596"/>
            <a:ext cx="8321040" cy="950976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3625596"/>
            <a:ext cx="36576" cy="950976"/>
          </a:xfrm>
          <a:prstGeom prst="rect">
            <a:avLst/>
          </a:prstGeom>
          <a:solidFill>
            <a:srgbClr val="0B7285"/>
          </a:solidFill>
          <a:ln/>
        </p:spPr>
      </p:sp>
      <p:sp>
        <p:nvSpPr>
          <p:cNvPr id="10" name="Text 8"/>
          <p:cNvSpPr/>
          <p:nvPr/>
        </p:nvSpPr>
        <p:spPr>
          <a:xfrm>
            <a:off x="576072" y="3698748"/>
            <a:ext cx="804672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DABBLER_TRANSPORT=copilot-cli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dabbler session next --sessions-dir docs/sessions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--engine copilot --provider openai --model gpt-5-6-luna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B7285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47594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Dabbler AI Orchestration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75320" y="47594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256032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Getting started with Claude Code or Codex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11480" y="841248"/>
            <a:ext cx="8321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72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own CLI, and direct provider accounts.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408176"/>
            <a:ext cx="8321040" cy="152247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need VS Code 1.135+, Node.js 22.18+, and Claude Code or Codex installed and signed in.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providers at minimum. Verification is cross-provider by design — the reviewer is never the provider that wrote the code — so one key is not enough.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keys live in environment variables and nowhere else: never in dabbler.yaml, never in local-overrides.yaml, never in a file you might commit. Configuration names a credential; it never holds one.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 them where new shells inherit them — on Windows with setx or System Properties, elsewhere in your shell profile.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1480" y="3278124"/>
            <a:ext cx="8321040" cy="1298448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3278124"/>
            <a:ext cx="36576" cy="1298448"/>
          </a:xfrm>
          <a:prstGeom prst="rect">
            <a:avLst/>
          </a:prstGeom>
          <a:solidFill>
            <a:srgbClr val="0B7285"/>
          </a:solidFill>
          <a:ln/>
        </p:spPr>
      </p:sp>
      <p:sp>
        <p:nvSpPr>
          <p:cNvPr id="10" name="Text 8"/>
          <p:cNvSpPr/>
          <p:nvPr/>
        </p:nvSpPr>
        <p:spPr>
          <a:xfrm>
            <a:off x="576072" y="3351276"/>
            <a:ext cx="8046720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DABBLER_ANTHROPIC_API_KEY   Claude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DABBLER_OPENAI_API_KEY      GPT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DABBLER_GEMINI_API_KEY      Gemini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dabbler session next --sessions-dir docs/sessions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--engine claude-code --provider anthropic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B7285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47594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Dabbler AI Orchestration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75320" y="47594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256032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setup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11480" y="841248"/>
            <a:ext cx="8321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72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Once per repository, then two sessions that set the project up.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408176"/>
            <a:ext cx="8321040" cy="239115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Set Up New Project from the Explorer, or the command below from your project root.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writes the managed instructions into AGENTS.md, with CLAUDE.md and GEMINI.md importing that one copy; adds .dabbler/ to .gitignore; scaffolds dabbler.yaml, solution.yaml and the first two sessions — and commits them, because a declaration is refused while the files it describes sit uncommitted.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may raise two questions it cannot answer for you: where this repository should push when it has no remote, and how its tests run when nothing at the root says. Each arrives as a row you answer.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Then session 1 asks you what the project is and writes the project plan — it does not guess it from the folder name. Session 2 breaks that plan into the numbered sessions the repository runs.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Never hand-author sessions.json. The first session start writes it from the plan.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1480" y="4146804"/>
            <a:ext cx="8321040" cy="429768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4146804"/>
            <a:ext cx="36576" cy="429768"/>
          </a:xfrm>
          <a:prstGeom prst="rect">
            <a:avLst/>
          </a:prstGeom>
          <a:solidFill>
            <a:srgbClr val="0B7285"/>
          </a:solidFill>
          <a:ln/>
        </p:spPr>
      </p:sp>
      <p:sp>
        <p:nvSpPr>
          <p:cNvPr id="10" name="Text 8"/>
          <p:cNvSpPr/>
          <p:nvPr/>
        </p:nvSpPr>
        <p:spPr>
          <a:xfrm>
            <a:off x="576072" y="4219956"/>
            <a:ext cx="8046720" cy="283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dabbler bootstrap --project-dir 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B7285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47594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Dabbler AI Orchestration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75320" y="47594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256032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Driving a session</a:t>
            </a:r>
            <a:endParaRPr lang="en-US" sz="2600" dirty="0"/>
          </a:p>
        </p:txBody>
      </p:sp>
      <p:pic>
        <p:nvPicPr>
          <p:cNvPr id="6" name="Image 0" descr="D:\Projects\dabbler-ai-orchestration\docs\onboarding\media\termina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841248"/>
            <a:ext cx="4480560" cy="276740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212080" y="841248"/>
            <a:ext cx="3520440" cy="37353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 Session on the repository row asks which engine, then opens that engine's own CLI at the repository root — the opening sentence already in its arguments, or typed at its prompt for you to send.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That sentence is the whole instruction: call `dabbler session next` and do what it says until it says `done`.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Dabbler terminal opens beside it: the phase the run moved to, the jobs it starts, and each job's output exactly as the runner wrote it.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never carries a line of engine chat. Chat in your CLI; work in the Dabbler terminal.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Interrupting is your own CLI's Esc.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dabbler [11:31:20] run-started session=001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dabbler [11:31:22] instruction-issued seq=2 step=widget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dabbler [11:31:30] job-started name=affected tests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B7285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47594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Dabbler AI Orchestration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75320" y="47594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256032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it stops</a:t>
            </a:r>
            <a:endParaRPr lang="en-US" sz="2600" dirty="0"/>
          </a:p>
        </p:txBody>
      </p:sp>
      <p:pic>
        <p:nvPicPr>
          <p:cNvPr id="6" name="Image 0" descr="D:\Projects\dabbler-ai-orchestration\docs\onboarding\media\s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841248"/>
            <a:ext cx="4480560" cy="276740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212080" y="841248"/>
            <a:ext cx="3520440" cy="37353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halt is raised as a decision: the toast offers the recommended answer, the row sits above the session buckets, the badge carries the count.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Later records nothing — dismissing a toast is not a decision, and the row stays. Other… opens a picker whose items each say what follows.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Nothing is lost. The phase, the accepted steps and any running job are on the record, and the same command resumes from there.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your engine for help and it follows the guide's protocol: read the framework's own account first, never the scrollback; verify the claim before acting; then work out whose it is to fix.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a second opinion, from a provider that is not the working engine's: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dabbler triage --sessions-dir docs/sessions</a:t>
            </a:r>
            <a:endParaRPr lang="en-US" sz="105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answers engine-error, framework-defect or plan-defect, with the smallest amendment that would move the session.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engine alone does not know when it is stuck. That is why the framework is in the room.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B7285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47594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Dabbler AI Orchestration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75320" y="47594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256032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solution across four repositories</a:t>
            </a:r>
            <a:endParaRPr lang="en-US" sz="2600" dirty="0"/>
          </a:p>
        </p:txBody>
      </p:sp>
      <p:pic>
        <p:nvPicPr>
          <p:cNvPr id="6" name="Image 0" descr="D:\Projects\dabbler-ai-orchestration\docs\onboarding\media\solution-explor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841248"/>
            <a:ext cx="4480560" cy="357248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212080" y="841248"/>
            <a:ext cx="3520440" cy="37353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repository declares what it builds in its own solution.yaml: the component, its kind, its version, and which of the six steps it has reached.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dependsOn is the only direction anyone writes. Used by is derived from everyone else's declaration — two directions kept by hand disagree eventually, and the disagreement is silent.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csv-model sits under everything. csv-deserializer and csv-persistence each depend on it; csv-pipeline depends on all three.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Drift is the producer's version held against the pin in the consumer's build file — read from the .csproj on every check, never copied. The row says which repository owns the upgrade.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pin a build file cannot express is reported as undetermined, never guessed: a false drift report costs more than a missing one, because someone acts on it.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screen is real; the four repositories are designed, not built.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B7285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47594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Dabbler AI Orchestration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75320" y="47594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256032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csv-model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11480" y="841248"/>
            <a:ext cx="8321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72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library. First Name, Last Name, Date of Birth — and nothing else.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408176"/>
            <a:ext cx="8321040" cy="30495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Its contract: the shape of one record. It says what a date of birth means and what a missing name is; it says nothing about where a record came from or where it goes.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depends on nothing, which is what makes it the contract that costs the most to change: csv-deserializer populates it, csv-persistence stores it, and csv-pipeline holds all three.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Its sessions live in its own repository under docs/sessions, numbered from 1. Session 1 asks the operator what the project is and writes the project plan; session 2 breaks that plan into the numbered sessions; the rest are the work.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change to the model is a version, and every consumer's pin is measured against it — so the Explorer shows who has not picked it up yet.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B7285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47594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Dabbler AI Orchestration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75320" y="47594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256032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csv-deserializer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11480" y="841248"/>
            <a:ext cx="8321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72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library that fills csv-model from a CSV string or a stream.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408176"/>
            <a:ext cx="8321040" cy="30495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Its contract: given CSV text or a stream, it yields models — and it says plainly what it does with a row it cannot read, because a row silently dropped is a defect nobody sees until the numbers are wrong.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depends on csv-model and on nothing else. csv-pipeline is what breaks when it changes.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Planned in the order the six steps run: the contract first, then a stand-in that satisfies the contract and nothing more, then the real reader, then its failure vocabulary.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is built against csv-model's stand-in before csv-model is finished, which is what the stand-in step is for — the contracts have to compose before the code does.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B7285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47594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Dabbler AI Orchestration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75320" y="47594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256032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csv-persistence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11480" y="841248"/>
            <a:ext cx="8321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72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library that stores csv-model with Entity Framework Core, into SQLite.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408176"/>
            <a:ext cx="8321040" cy="30495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Its contract: given a model, it persists it, and it says what happens when the same record arrives twice — the question every store has to answer out loud.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depends on csv-model and on nothing else. csv-pipeline is what breaks when it changes.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Planned as: the schema and its migration, then the type a caller actually holds, then the round trip that proves a model written is the model read back.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Its sessions are its own, in its own repository. Nothing about it is coordinated by hand with the other three — the declaration is what joins them.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B7285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47594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Dabbler AI Orchestration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75320" y="47594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256032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csv-pipeline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11480" y="841248"/>
            <a:ext cx="8321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72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integration: a Quartz.NET-scheduled reader that puts the other three to work.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408176"/>
            <a:ext cx="8321040" cy="30495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Its contract: on a schedule, it takes the files that have arrived in a directory, hands each to csv-deserializer, and gives what comes back to csv-persistence. It owns the schedule, the directory, and what happens to a file it has already read.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depends on all three, which is why it is declared kind: integration — it is the component that is the whole thing running.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Planned last and finished last: the schedule, then the reader, then the end-to-end run on stand-ins alone. What that run proves is that the contracts compose; a gap it papers over is a contract that is wrong.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then are the stand-ins replaced by the real libraries, one at a time.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B7285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475945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Dabbler AI Orchestration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75320" y="47594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879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11480" y="256032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day-to-day loop across the four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11480" y="841248"/>
            <a:ext cx="8321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72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repository at a time, in dependency order, each with its own sessions.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408176"/>
            <a:ext cx="8321040" cy="239115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 happens in one repository at a time. You run the same command from that repository's root, and its sessions root is the one it derives from where you are standing.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csv-model's contract changes: you work in csv-model, and its session closes with the new version out. Nothing else is touched in that session.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Solution Explorer then shows the consumers behind it — the drift row per repository, with the pin each one still carries. Each upgrade is its own session in the repository that owns the pin.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Pick them up in dependency order: csv-model first; csv-deserializer and csv-persistence in either order; csv-pipeline last, because it is the one that proves the other three still compose.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E4C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Nothing here is bookkeeping you maintain. The pins are read from the build files on every check, Used by is derived, and the Explorer is the join.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1480" y="4146804"/>
            <a:ext cx="8321040" cy="429768"/>
          </a:xfrm>
          <a:prstGeom prst="rect">
            <a:avLst/>
          </a:prstGeom>
          <a:solidFill>
            <a:srgbClr val="F1F3F5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4146804"/>
            <a:ext cx="36576" cy="429768"/>
          </a:xfrm>
          <a:prstGeom prst="rect">
            <a:avLst/>
          </a:prstGeom>
          <a:solidFill>
            <a:srgbClr val="0B7285"/>
          </a:solidFill>
          <a:ln/>
        </p:spPr>
      </p:sp>
      <p:sp>
        <p:nvSpPr>
          <p:cNvPr id="10" name="Text 8"/>
          <p:cNvSpPr/>
          <p:nvPr/>
        </p:nvSpPr>
        <p:spPr>
          <a:xfrm>
            <a:off x="576072" y="4219956"/>
            <a:ext cx="8046720" cy="283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dabbler session next --sessions-dir docs/sessions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Dabbler AI Orchestration — operator onboarding</dc:title>
  <dc:subject>PptxGenJS Presentation</dc:subject>
  <dc:creator>Dabbler AI Orchestration</dc:creator>
  <cp:lastModifiedBy>Dabbler AI Orchestration</cp:lastModifiedBy>
  <cp:revision>1</cp:revision>
  <dcterms:created xsi:type="dcterms:W3CDTF">2020-01-01T00:00:00Z</dcterms:created>
  <dcterms:modified xsi:type="dcterms:W3CDTF">2020-01-01T00:00:00Z</dcterms:modified>
</cp:coreProperties>
</file>